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QuickMind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Generative AI copilots for insurance claims teams</a:t>
            </a:r>
          </a:p>
          <a:p>
            <a:pPr>
              <a:defRPr sz="1600"/>
            </a:pPr>
            <a:r>
              <a:t>Seed Extension | Investor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Insurance carriers spend 30% of claims cost on manual document review.</a:t>
            </a:r>
          </a:p>
          <a:p>
            <a:pPr>
              <a:defRPr sz="1600"/>
            </a:pPr>
            <a:r>
              <a:t>Adjusters juggle PDFs, emails and aging claims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Our MVP is in beta with 3 pilot customers at regional insurers.</a:t>
            </a:r>
          </a:p>
          <a:p>
            <a:pPr>
              <a:defRPr sz="1600"/>
            </a:pPr>
            <a:r>
              <a:t>QuickMind is built on the OpenAI GPT-4 API with a prompt layer on top of the model.</a:t>
            </a:r>
          </a:p>
          <a:p>
            <a:pPr>
              <a:defRPr sz="1600"/>
            </a:pPr>
            <a:r>
              <a:t>Pilots show 40% faster claim triage.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platform was built by an offshore development agency in 2024.</a:t>
            </a:r>
          </a:p>
          <a:p>
            <a:pPr>
              <a:defRPr sz="1600"/>
            </a:pPr>
            <a:r>
              <a:t>Our technical co-founder wrote the core claims-parsing engine and is our sole developer.</a:t>
            </a:r>
          </a:p>
          <a:p>
            <a:pPr>
              <a:defRPr sz="1600"/>
            </a:pPr>
            <a:r>
              <a:t>Monolithic Python application running on a single AWS server.</a:t>
            </a:r>
          </a:p>
          <a:p>
            <a:pPr>
              <a:defRPr sz="1600"/>
            </a:pPr>
            <a:r>
              <a:t>Uses GPL-licensed open-source libraries and scraped public claims data to improve prompts.</a:t>
            </a:r>
          </a:p>
          <a:p>
            <a:pPr>
              <a:defRPr sz="1600"/>
            </a:pPr>
            <a:r>
              <a:t>Manual testing before each release; little formal documentation.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CEO Jordan Blake, former claims adjuster.</a:t>
            </a:r>
          </a:p>
          <a:p>
            <a:pPr>
              <a:defRPr sz="1600"/>
            </a:pPr>
            <a:r>
              <a:t>Hiring a CTO after this round.</a:t>
            </a:r>
          </a:p>
          <a:p>
            <a:pPr>
              <a:defRPr sz="1600"/>
            </a:pPr>
            <a:r>
              <a:t>Engineering: 1 in-house developer plus freelance developers from Upwork.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Core algorithms were developed during our founder's PhD research at State University.</a:t>
            </a:r>
          </a:p>
          <a:p>
            <a:pPr>
              <a:defRPr sz="1600"/>
            </a:pPr>
            <a:r>
              <a:t>We plan to file patents after the seed extension.</a:t>
            </a:r>
          </a:p>
          <a:p>
            <a:pPr>
              <a:defRPr sz="1600"/>
            </a:pPr>
            <a:r>
              <a:t>IP assignment from the university is still being finalized.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3 pilot customers; largest pilot represents 70% of revenue.</a:t>
            </a:r>
          </a:p>
          <a:p>
            <a:pPr>
              <a:defRPr sz="1600"/>
            </a:pPr>
            <a:r>
              <a:t>$180K revenue in the last twelve months.</a:t>
            </a:r>
          </a:p>
          <a:p>
            <a:pPr>
              <a:defRPr sz="1600"/>
            </a:pPr>
            <a:r>
              <a:t>Each pilot required a custom integration for each customer, and we maintain a separate code branch for each customer.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SOC 2 Type II audit planned for next year.</a:t>
            </a:r>
          </a:p>
          <a:p>
            <a:pPr>
              <a:defRPr sz="1600"/>
            </a:pPr>
            <a:r>
              <a:t>No formal security program yet; data stored in one region.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Raising $3M seed extension to hire a CTO and rebuild the platform.</a:t>
            </a:r>
          </a:p>
          <a:p>
            <a:pPr>
              <a:defRPr sz="1600"/>
            </a:pPr>
            <a:r>
              <a:t>Pre-money valuation of $18M.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QuickMind AI investor presentation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